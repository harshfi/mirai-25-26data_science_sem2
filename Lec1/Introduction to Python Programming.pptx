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68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33A48-4772-2846-04E5-8065777C39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D382C4-D804-3E57-A7AA-528F13B5D3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A48FB1-58A0-C5D9-2682-02F07189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08A92-DEE2-A8FB-98D0-227B70B49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BAC5EF-B9AE-7B7F-B53B-FA34271C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8812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A9299-0153-6EBC-1302-70F0333E1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4D9C8-3E95-5826-F9FB-CD293F7B2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1C8E62-FC76-022D-BD80-66510C77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241511-B9EF-CC38-582D-72549B0B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72546-5D8D-9BC4-84B2-3BC6831F2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0505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D03F2-B651-6C6B-DE5F-24779C6AA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B9BE45-2904-D93A-58EA-49D335B5DB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CBB8C-8C87-D478-A215-DB9160775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B8320-D936-BD29-B661-AF11ECD26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0F7EB-AD9A-E0D5-7F84-8FB5F42E8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16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8E5AE-7B2F-25EC-6B9A-046598DD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ADCF8-A907-2C4B-0879-26FD70682A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B2D6A3-AF10-2983-F554-4E4ADE10C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A2FB88-B59F-7E32-19E8-BC1A16257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0C257C-899A-FEF0-0018-C9B466C1E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1F22F-2046-A96C-1647-586234FFE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663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20FAF-6E57-2DD8-84AD-9A9532168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E01CF-CDB7-5ED3-8E92-A9CAA05C7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1B007E-193F-769A-2DCC-007B1897D3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F5FC71-BA87-7B97-6259-D247E89B4B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11FAAA-3311-9B3B-4030-14A956DE5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1D6D9B-72B6-83DD-468C-29459B702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42287D-0901-B0AB-988B-12F62B3D7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06C54D-BC53-A090-A927-2F0BA4C9E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497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B6207-63B9-2966-022C-F329E2A5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1A43C0-2908-9FCA-42DE-9C980F7F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B06A11-1BAE-D865-42B6-37506BD36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978471-BCEC-06AE-07DE-7F6525527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69149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90D953-2422-BD78-A185-EE0B96985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CED7D1-72ED-A6C7-746D-A4B24DD52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E586D2-09D1-6716-7E49-99A7F18D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527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CE2C2-C0A0-D1F3-1AA9-20309330B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0271F-49D5-1D42-0B76-A84C37D42B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CF0E31-BADD-7DFC-3458-526AEC4210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565808-DBCD-752D-594D-14FD2F5F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069BB2-BF8E-0273-ADDE-FF55D5642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BE5D4-6F04-22F9-5186-FF63769D0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0339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FC498-B5FA-4C41-B5DF-6DE3DA18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26B3CF2-CE78-B3EE-A971-C10A21D5AA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838D1-7A1D-CA46-9D14-7659EEBE12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B708F9-6E7B-6AA2-CFD4-EF829C6CA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A04496-3862-1D98-2FD6-4E7253EF77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AAE41-30E2-BB9B-8E42-47BD254FD3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960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75686-B8DD-765D-CE9D-27E28AAA4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4F9813-710D-D8F1-D917-075CBB73F8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45C36-BD74-5F0D-D227-C12F0036D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F18AE2-1409-628B-E99B-250757F68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82664-F6F2-8E58-1F2C-268AFEA8D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2101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0EFAE6E-6E7F-A1B2-8559-32BE3C4943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075EA6-CACD-3AA0-0691-5FEC8FB0E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DC06F-0B60-EDCA-8631-C69FC1F5D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CE82CB-DD19-48B1-4903-63268B0C9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EDF6F-03DF-E4AF-5587-3D90D4694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1093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1FA531-50F8-59A6-2035-96FCC90CB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2CE8F-13BA-3D9B-5203-919A61C7F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C6C08-1317-8FC1-786E-8B0E503E9F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D0FB2-49DF-481C-926A-4520D326D429}" type="datetimeFigureOut">
              <a:rPr lang="en-GB" smtClean="0"/>
              <a:t>17/03/2026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0D908B-675D-BCEB-7129-4A1272BF40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98C3C-BC98-3298-2DAA-223059EDC9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7B8BC8-E38B-4F73-9584-EC3597ABB6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770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B72EB-F624-B7FA-1518-040BCEF11E4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 to Python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EF481C-F636-F74D-7867-16022A8926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GB" sz="6200" dirty="0"/>
              <a:t>Topics Covered:</a:t>
            </a:r>
          </a:p>
          <a:p>
            <a:r>
              <a:rPr lang="en-GB" sz="6200" dirty="0"/>
              <a:t>Basic Data Types</a:t>
            </a:r>
          </a:p>
          <a:p>
            <a:r>
              <a:rPr lang="en-GB" sz="6200" dirty="0"/>
              <a:t>Arithmetic Operations</a:t>
            </a:r>
          </a:p>
          <a:p>
            <a:r>
              <a:rPr lang="en-GB" sz="6200" dirty="0"/>
              <a:t>Expressions and Operators</a:t>
            </a:r>
          </a:p>
          <a:p>
            <a:r>
              <a:rPr lang="en-GB" sz="6200" dirty="0"/>
              <a:t>Conditional Statements (if, else, </a:t>
            </a:r>
            <a:r>
              <a:rPr lang="en-GB" sz="6200" dirty="0" err="1"/>
              <a:t>elif</a:t>
            </a:r>
            <a:r>
              <a:rPr lang="en-GB" sz="6200" dirty="0"/>
              <a:t>)</a:t>
            </a:r>
          </a:p>
          <a:p>
            <a:r>
              <a:rPr lang="en-GB" sz="6200" dirty="0"/>
              <a:t>Loops</a:t>
            </a:r>
          </a:p>
          <a:p>
            <a:r>
              <a:rPr lang="en-GB" sz="6200" dirty="0"/>
              <a:t>Presented by:</a:t>
            </a:r>
            <a:br>
              <a:rPr lang="en-GB" sz="6200" dirty="0"/>
            </a:br>
            <a:r>
              <a:rPr lang="en-GB" sz="6200" b="1" dirty="0"/>
              <a:t>Harsh Tripathi</a:t>
            </a:r>
            <a:endParaRPr lang="en-GB" sz="6200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99311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AB58-81B7-2983-B0C8-1A9EDBF4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Python?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123B2-D958-F147-BD6C-B192E9B65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Python is a </a:t>
            </a:r>
            <a:r>
              <a:rPr lang="en-GB" b="1" dirty="0"/>
              <a:t>high-level, interpreted programming language</a:t>
            </a:r>
            <a:r>
              <a:rPr lang="en-GB" dirty="0"/>
              <a:t> known for its simple syntax.</a:t>
            </a:r>
          </a:p>
          <a:p>
            <a:endParaRPr lang="en-GB" dirty="0"/>
          </a:p>
          <a:p>
            <a:r>
              <a:rPr lang="en-GB" b="1" dirty="0"/>
              <a:t>Features</a:t>
            </a:r>
          </a:p>
          <a:p>
            <a:r>
              <a:rPr lang="en-GB" dirty="0"/>
              <a:t>Easy to learn</a:t>
            </a:r>
          </a:p>
          <a:p>
            <a:r>
              <a:rPr lang="en-GB" dirty="0"/>
              <a:t>Readable syntax</a:t>
            </a:r>
          </a:p>
          <a:p>
            <a:r>
              <a:rPr lang="en-GB" dirty="0"/>
              <a:t>Large community support</a:t>
            </a:r>
          </a:p>
          <a:p>
            <a:r>
              <a:rPr lang="en-GB" dirty="0"/>
              <a:t>Used in Web Development, AI, Data Science, Automation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4251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204C7-588D-04B6-33B3-616E05CC2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Variables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BA987B-B869-9BFC-3B0A-E1A0B4FF4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</a:t>
            </a:r>
            <a:r>
              <a:rPr lang="en-GB" b="1" dirty="0"/>
              <a:t>variable</a:t>
            </a:r>
            <a:r>
              <a:rPr lang="en-GB" dirty="0"/>
              <a:t> is used to store data in memory.</a:t>
            </a:r>
          </a:p>
          <a:p>
            <a:r>
              <a:rPr lang="en-GB" dirty="0"/>
              <a:t>Python automatically determines the </a:t>
            </a:r>
            <a:r>
              <a:rPr lang="en-GB" b="1" dirty="0"/>
              <a:t>type of data</a:t>
            </a:r>
            <a:r>
              <a:rPr lang="en-GB" dirty="0"/>
              <a:t> stored in a variable.</a:t>
            </a:r>
          </a:p>
          <a:p>
            <a:r>
              <a:rPr lang="en-GB" b="1" dirty="0"/>
              <a:t>Rules</a:t>
            </a:r>
          </a:p>
          <a:p>
            <a:r>
              <a:rPr lang="en-GB" dirty="0"/>
              <a:t>Must start with a letter or underscore</a:t>
            </a:r>
          </a:p>
          <a:p>
            <a:r>
              <a:rPr lang="en-GB" dirty="0"/>
              <a:t>Cannot start with numbers</a:t>
            </a:r>
          </a:p>
          <a:p>
            <a:r>
              <a:rPr lang="en-GB" dirty="0"/>
              <a:t>Cannot use reserved keywords</a:t>
            </a:r>
          </a:p>
          <a:p>
            <a:r>
              <a:rPr lang="en-GB" dirty="0"/>
              <a:t>Example:</a:t>
            </a:r>
            <a:br>
              <a:rPr lang="en-GB" dirty="0"/>
            </a:br>
            <a:r>
              <a:rPr lang="en-GB" dirty="0"/>
              <a:t>age, name, </a:t>
            </a:r>
            <a:r>
              <a:rPr lang="en-GB" dirty="0" err="1"/>
              <a:t>total_marks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59209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6296D-841F-D8A6-91CE-43D58C1752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 Data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61579-1523-1C6E-C5B8-DAABA356C9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Common data types in Python:</a:t>
            </a:r>
          </a:p>
          <a:p>
            <a:r>
              <a:rPr lang="en-GB" b="1" dirty="0"/>
              <a:t>Integer (int)</a:t>
            </a:r>
            <a:br>
              <a:rPr lang="en-GB" dirty="0"/>
            </a:br>
            <a:r>
              <a:rPr lang="en-GB" dirty="0"/>
              <a:t>Whole numbers like 10, 20</a:t>
            </a:r>
          </a:p>
          <a:p>
            <a:r>
              <a:rPr lang="en-GB" b="1" dirty="0"/>
              <a:t>Float</a:t>
            </a:r>
            <a:br>
              <a:rPr lang="en-GB" dirty="0"/>
            </a:br>
            <a:r>
              <a:rPr lang="en-GB" dirty="0"/>
              <a:t>Decimal numbers like 3.14</a:t>
            </a:r>
          </a:p>
          <a:p>
            <a:r>
              <a:rPr lang="en-GB" b="1" dirty="0"/>
              <a:t>String</a:t>
            </a:r>
            <a:br>
              <a:rPr lang="en-GB" dirty="0"/>
            </a:br>
            <a:r>
              <a:rPr lang="en-GB" dirty="0"/>
              <a:t>Text data like "Hello"</a:t>
            </a:r>
          </a:p>
          <a:p>
            <a:r>
              <a:rPr lang="en-GB" b="1" dirty="0"/>
              <a:t>Boolean</a:t>
            </a:r>
            <a:br>
              <a:rPr lang="en-GB" dirty="0"/>
            </a:br>
            <a:r>
              <a:rPr lang="en-GB" dirty="0"/>
              <a:t>Represents True or False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64635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4D098-D659-D368-5750-7AAB0E539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Arithmetic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0ACE9-0C9A-2139-DBAC-E4D2D4D72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Arithmetic operations perform </a:t>
            </a:r>
            <a:r>
              <a:rPr lang="en-GB" b="1" dirty="0"/>
              <a:t>mathematical calculations</a:t>
            </a:r>
            <a:r>
              <a:rPr lang="en-GB" dirty="0"/>
              <a:t>.</a:t>
            </a:r>
          </a:p>
          <a:p>
            <a:r>
              <a:rPr lang="en-GB" dirty="0"/>
              <a:t>Common operations:</a:t>
            </a:r>
          </a:p>
          <a:p>
            <a:r>
              <a:rPr lang="en-GB" dirty="0"/>
              <a:t>Addition (+)</a:t>
            </a:r>
          </a:p>
          <a:p>
            <a:r>
              <a:rPr lang="en-GB" dirty="0"/>
              <a:t>Subtraction (-)</a:t>
            </a:r>
          </a:p>
          <a:p>
            <a:r>
              <a:rPr lang="en-GB" dirty="0"/>
              <a:t>Multiplication (*)</a:t>
            </a:r>
          </a:p>
          <a:p>
            <a:r>
              <a:rPr lang="en-GB" dirty="0"/>
              <a:t>Division (/)</a:t>
            </a:r>
          </a:p>
          <a:p>
            <a:r>
              <a:rPr lang="en-GB" dirty="0"/>
              <a:t>Modulus (%)</a:t>
            </a:r>
          </a:p>
          <a:p>
            <a:r>
              <a:rPr lang="en-GB" dirty="0"/>
              <a:t>Exponent (**)</a:t>
            </a:r>
          </a:p>
          <a:p>
            <a:r>
              <a:rPr lang="en-GB" dirty="0"/>
              <a:t>Used for solving mathematical problems in programs.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395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DE759-E79B-E4AC-4898-EECCA362BB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Expressions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F4BF37-DAB3-58AB-3055-C13E882BDF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An </a:t>
            </a:r>
            <a:r>
              <a:rPr lang="en-GB" b="1" dirty="0"/>
              <a:t>expression</a:t>
            </a:r>
            <a:r>
              <a:rPr lang="en-GB" dirty="0"/>
              <a:t> is a combination of:</a:t>
            </a:r>
          </a:p>
          <a:p>
            <a:r>
              <a:rPr lang="en-GB" dirty="0"/>
              <a:t>variables</a:t>
            </a:r>
          </a:p>
          <a:p>
            <a:r>
              <a:rPr lang="en-GB" dirty="0"/>
              <a:t>values</a:t>
            </a:r>
          </a:p>
          <a:p>
            <a:r>
              <a:rPr lang="en-GB" dirty="0"/>
              <a:t>operators</a:t>
            </a:r>
          </a:p>
          <a:p>
            <a:r>
              <a:rPr lang="en-GB" dirty="0"/>
              <a:t>that produces a result.</a:t>
            </a:r>
          </a:p>
          <a:p>
            <a:r>
              <a:rPr lang="en-GB" dirty="0"/>
              <a:t>Example types:</a:t>
            </a:r>
          </a:p>
          <a:p>
            <a:r>
              <a:rPr lang="en-GB" dirty="0"/>
              <a:t>Arithmetic expressions</a:t>
            </a:r>
          </a:p>
          <a:p>
            <a:r>
              <a:rPr lang="en-GB" dirty="0"/>
              <a:t>Logical expressions</a:t>
            </a:r>
          </a:p>
          <a:p>
            <a:r>
              <a:rPr lang="en-GB" dirty="0"/>
              <a:t>Comparison expressions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9640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34AC-841B-5AA9-EEA8-0E7BB7A2A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Operators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CB9D0-0B57-6E79-499E-989445E50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Operators are used to </a:t>
            </a:r>
            <a:r>
              <a:rPr lang="en-GB" b="1" dirty="0"/>
              <a:t>perform operations on values</a:t>
            </a:r>
            <a:r>
              <a:rPr lang="en-GB" dirty="0"/>
              <a:t>.</a:t>
            </a:r>
          </a:p>
          <a:p>
            <a:r>
              <a:rPr lang="en-GB" b="1" dirty="0"/>
              <a:t>Types of Operators</a:t>
            </a:r>
          </a:p>
          <a:p>
            <a:r>
              <a:rPr lang="en-GB" b="1" dirty="0"/>
              <a:t>Arithmetic Operators</a:t>
            </a:r>
            <a:br>
              <a:rPr lang="en-GB" dirty="0"/>
            </a:br>
            <a:r>
              <a:rPr lang="en-GB" dirty="0"/>
              <a:t>Used for mathematical calculations.</a:t>
            </a:r>
          </a:p>
          <a:p>
            <a:r>
              <a:rPr lang="en-GB" b="1" dirty="0"/>
              <a:t>Comparison Operators</a:t>
            </a:r>
            <a:br>
              <a:rPr lang="en-GB" dirty="0"/>
            </a:br>
            <a:r>
              <a:rPr lang="en-GB" dirty="0"/>
              <a:t>Used to compare two values.</a:t>
            </a:r>
          </a:p>
          <a:p>
            <a:r>
              <a:rPr lang="en-GB" b="1" dirty="0"/>
              <a:t>Logical Operators</a:t>
            </a:r>
            <a:br>
              <a:rPr lang="en-GB" dirty="0"/>
            </a:br>
            <a:r>
              <a:rPr lang="en-GB" dirty="0"/>
              <a:t>Used to combine multiple conditions.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7888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5F66A-C243-7408-58CD-72420076E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Conditional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7BEA4-21EA-15D8-D908-DF34BB7B52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Conditional statements help the program </a:t>
            </a:r>
            <a:r>
              <a:rPr lang="en-GB" b="1" dirty="0"/>
              <a:t>make decisions</a:t>
            </a:r>
            <a:r>
              <a:rPr lang="en-GB" dirty="0"/>
              <a:t>.</a:t>
            </a:r>
          </a:p>
          <a:p>
            <a:r>
              <a:rPr lang="en-GB" dirty="0"/>
              <a:t>They execute different code depending on whether a condition is </a:t>
            </a:r>
            <a:r>
              <a:rPr lang="en-GB" b="1" dirty="0"/>
              <a:t>True or False</a:t>
            </a:r>
            <a:r>
              <a:rPr lang="en-GB" dirty="0"/>
              <a:t>.</a:t>
            </a:r>
          </a:p>
          <a:p>
            <a:r>
              <a:rPr lang="en-GB" dirty="0"/>
              <a:t>Types:</a:t>
            </a:r>
          </a:p>
          <a:p>
            <a:r>
              <a:rPr lang="en-GB" dirty="0"/>
              <a:t>if</a:t>
            </a:r>
          </a:p>
          <a:p>
            <a:r>
              <a:rPr lang="en-GB" dirty="0"/>
              <a:t>if else</a:t>
            </a:r>
          </a:p>
          <a:p>
            <a:r>
              <a:rPr lang="en-GB" dirty="0"/>
              <a:t>if </a:t>
            </a:r>
            <a:r>
              <a:rPr lang="en-GB" dirty="0" err="1"/>
              <a:t>elif</a:t>
            </a:r>
            <a:r>
              <a:rPr lang="en-GB" dirty="0"/>
              <a:t> else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4802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0664-0741-A232-4441-D81D0C314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 – else – </a:t>
            </a:r>
            <a:r>
              <a:rPr lang="en-GB" dirty="0" err="1"/>
              <a:t>elif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778F5-A7C0-6E90-B1D8-47469E95D1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if statement</a:t>
            </a:r>
            <a:br>
              <a:rPr lang="en-GB" dirty="0"/>
            </a:br>
            <a:r>
              <a:rPr lang="en-GB" dirty="0"/>
              <a:t>Executes code when a condition is true.</a:t>
            </a:r>
          </a:p>
          <a:p>
            <a:r>
              <a:rPr lang="en-GB" b="1" dirty="0"/>
              <a:t>else statement</a:t>
            </a:r>
            <a:br>
              <a:rPr lang="en-GB" dirty="0"/>
            </a:br>
            <a:r>
              <a:rPr lang="en-GB" dirty="0"/>
              <a:t>Runs when the condition is false.</a:t>
            </a:r>
          </a:p>
          <a:p>
            <a:r>
              <a:rPr lang="en-GB" b="1" dirty="0" err="1"/>
              <a:t>elif</a:t>
            </a:r>
            <a:r>
              <a:rPr lang="en-GB" b="1" dirty="0"/>
              <a:t> statement</a:t>
            </a:r>
            <a:br>
              <a:rPr lang="en-GB" dirty="0"/>
            </a:br>
            <a:r>
              <a:rPr lang="en-GB" dirty="0"/>
              <a:t>Checks multiple conditions.</a:t>
            </a:r>
          </a:p>
          <a:p>
            <a:r>
              <a:rPr lang="en-GB" dirty="0"/>
              <a:t>Used in situations like:</a:t>
            </a:r>
          </a:p>
          <a:p>
            <a:r>
              <a:rPr lang="en-GB" dirty="0"/>
              <a:t>Grade checking</a:t>
            </a:r>
          </a:p>
          <a:p>
            <a:r>
              <a:rPr lang="en-GB" dirty="0"/>
              <a:t>Login systems</a:t>
            </a:r>
          </a:p>
          <a:p>
            <a:r>
              <a:rPr lang="en-GB" dirty="0"/>
              <a:t>Age eligibility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14604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F598A-269B-3235-0DAC-8EFCBECCA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Slide 10: Loops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EA2F3-DA86-E598-B6F2-E8AB24FD51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Loops are used to </a:t>
            </a:r>
            <a:r>
              <a:rPr lang="en-GB" b="1" dirty="0"/>
              <a:t>repeat a block of code multiple times</a:t>
            </a:r>
            <a:r>
              <a:rPr lang="en-GB" dirty="0"/>
              <a:t>.</a:t>
            </a:r>
          </a:p>
          <a:p>
            <a:r>
              <a:rPr lang="en-GB" dirty="0"/>
              <a:t>Types of loops in Python:</a:t>
            </a:r>
          </a:p>
          <a:p>
            <a:r>
              <a:rPr lang="en-GB" b="1" dirty="0"/>
              <a:t>for loop</a:t>
            </a:r>
            <a:br>
              <a:rPr lang="en-GB" dirty="0"/>
            </a:br>
            <a:r>
              <a:rPr lang="en-GB" dirty="0"/>
              <a:t>Used to iterate over sequences like lists or strings.</a:t>
            </a:r>
          </a:p>
          <a:p>
            <a:r>
              <a:rPr lang="en-GB" b="1" dirty="0"/>
              <a:t>while loop</a:t>
            </a:r>
            <a:br>
              <a:rPr lang="en-GB" dirty="0"/>
            </a:br>
            <a:r>
              <a:rPr lang="en-GB" dirty="0"/>
              <a:t>Runs as long as a condition is true.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76696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382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Introduction to Python Programming</vt:lpstr>
      <vt:lpstr>What is Python?</vt:lpstr>
      <vt:lpstr>Variables in Python</vt:lpstr>
      <vt:lpstr>Basic Data Types</vt:lpstr>
      <vt:lpstr>Arithmetic Operations</vt:lpstr>
      <vt:lpstr>Expressions</vt:lpstr>
      <vt:lpstr>Operators in Python</vt:lpstr>
      <vt:lpstr>Conditional Statements</vt:lpstr>
      <vt:lpstr>if – else – elif</vt:lpstr>
      <vt:lpstr>Slide 10: Loops in Python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 tripathi</dc:creator>
  <cp:lastModifiedBy>harsh tripathi</cp:lastModifiedBy>
  <cp:revision>1</cp:revision>
  <dcterms:created xsi:type="dcterms:W3CDTF">2026-03-16T18:37:31Z</dcterms:created>
  <dcterms:modified xsi:type="dcterms:W3CDTF">2026-03-16T18:37:33Z</dcterms:modified>
</cp:coreProperties>
</file>