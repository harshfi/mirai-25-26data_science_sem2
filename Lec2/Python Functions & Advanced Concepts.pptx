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52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38C5B-5CF5-711D-6402-1216756BAB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A1664-1614-C35F-A910-FCA4845D25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EFD6B-0E8A-11FF-BCE1-2253ACB9C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58691-E0ED-4DD4-B760-BFD9734959F3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BCE37-1C59-2D84-CBDA-78F70EBD0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0BB18-8272-B40F-CCFA-EE0A76103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508E-4B12-40F5-82B4-37FAD6047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9066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230BE-DA67-D701-0DFD-8AD14FF48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FB13C-066C-DC18-92FD-048F2AEA0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4020B-973B-DF84-EE4A-7F1D0745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58691-E0ED-4DD4-B760-BFD9734959F3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E54B3-0DF5-F7CD-61EA-66C710DDC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16719-FF04-0466-00FB-9F7929EA5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508E-4B12-40F5-82B4-37FAD6047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0966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0FBF4-D7F7-2A88-6970-831D703E1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75A09-2F67-AEFF-7E57-CD761D35A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0658E-118B-7017-BC44-3C2474AB3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58691-E0ED-4DD4-B760-BFD9734959F3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E0006-521A-B34D-C8FA-825A3A26D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D42A8-E4F0-D4A8-AB0A-BA0AD9265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508E-4B12-40F5-82B4-37FAD6047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0380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FA4EA-2816-1E57-1507-78941807F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FF7C1-CD1A-4D43-78E8-87E5E3B20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503A4D-9069-9F6B-051A-2953F03519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94437F-1228-E640-DAA0-269327C07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58691-E0ED-4DD4-B760-BFD9734959F3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AA83E6-AD34-3DFE-E579-64A9BA1B4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8E8B5-B186-6FC0-5569-8E653EC61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508E-4B12-40F5-82B4-37FAD6047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3917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2DD30-56E4-046A-FC07-51791662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39A0B-99A9-0348-FB97-CB79044A1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D950CF-FCC4-9856-C8E4-0996FADC6E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5A6E2B-D1AC-3802-B593-76F2969572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5CE32F-3D3A-A1F0-0EF5-8584ACD1DC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61F807-6CF1-38EA-5357-30CA92FD7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58691-E0ED-4DD4-B760-BFD9734959F3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411ED4-2A8C-44A8-1647-32D98185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60C57A-300B-8B81-7F2E-8E13ED6EA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508E-4B12-40F5-82B4-37FAD6047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1756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298C1-D01A-EAD6-F6B5-9CC020CD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BC1DA5-CD53-5A20-9A19-03B97A965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58691-E0ED-4DD4-B760-BFD9734959F3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5D0A36-226C-6072-8593-5E0A619A2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A977CA-7A10-F52B-9EC7-EDCDCE4D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508E-4B12-40F5-82B4-37FAD6047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98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039BB6-A531-3D7D-8AFA-2B42772C4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58691-E0ED-4DD4-B760-BFD9734959F3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42BF03-BAD3-61E2-E7A0-F02692029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B3966-BB76-2ED1-958C-810270209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508E-4B12-40F5-82B4-37FAD6047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6366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12300-172B-A1BB-1D15-B2F14053A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CA0F0-005E-2BC2-BEC9-57E4ECAB2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29BA88-67E5-146F-C7BD-2F85C4A3F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34CEA-B5E9-243A-2E01-2D29892FC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58691-E0ED-4DD4-B760-BFD9734959F3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70367-8A3D-D113-4DF4-E6CBE6EEE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E97D49-7146-FEF7-F441-946B0C286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508E-4B12-40F5-82B4-37FAD6047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7178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BE318-4195-0BF8-6B0D-66C5F4A45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D8C07D-6CC4-F546-8497-5E05F7BDA8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35FD32-03A5-8BC0-6F03-B7B08CE124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00365-A063-2DDC-B536-D26FCC475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58691-E0ED-4DD4-B760-BFD9734959F3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69025-A543-533C-5712-5C766F2D4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27C9E6-8997-1D24-FD8C-788D8034A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508E-4B12-40F5-82B4-37FAD6047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0693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B339-F4AF-EB48-695D-05C2D37C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DDC7D-4F0D-9053-FE69-82D307D1F1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734D5-5E2F-A846-A4FB-D31292DBE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58691-E0ED-4DD4-B760-BFD9734959F3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CDEF7-1C3D-FE30-C58F-19084522B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59C65-E467-6BF6-975C-ABC6A18DF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508E-4B12-40F5-82B4-37FAD6047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2992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F6F262-D3A5-D2E8-00B1-DA7CD8C5B5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46A327-F789-DB8C-B2EB-98BBEB3BE7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EF0E0-4E3A-3B5E-2F14-A2F70F2CA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58691-E0ED-4DD4-B760-BFD9734959F3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74677-A605-96F2-996B-1041AD1D3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E04C4-2FC0-BF1A-C727-B55023CBE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508E-4B12-40F5-82B4-37FAD6047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0883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E510EE-4C49-252D-2406-B8F64AC4F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16A5C-67B0-F5C7-35A3-1C601C115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A1354-AEB4-AE69-F186-DC0C6E24BA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958691-E0ED-4DD4-B760-BFD9734959F3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1961B-6BD2-966B-AA9C-6B6A0146B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0ED19-7D0C-F5FA-BC2B-E16B4A8FF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4508E-4B12-40F5-82B4-37FAD6047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389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E4F8E-E9B7-4ED9-5B92-14AE67CE61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Python Functions &amp; Advanced Concepts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9F956D-3100-5D81-7B14-7D2F4B7C240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941983" y="3635295"/>
            <a:ext cx="424667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Arguments &amp; Returns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*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args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**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kwargs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Lambda Functions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Decorators</a:t>
            </a:r>
          </a:p>
        </p:txBody>
      </p:sp>
    </p:spTree>
    <p:extLst>
      <p:ext uri="{BB962C8B-B14F-4D97-AF65-F5344CB8AC3E}">
        <p14:creationId xmlns:p14="http://schemas.microsoft.com/office/powerpoint/2010/main" val="117427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CFB59-8F0C-0544-A204-3705C6A85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Function?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11C3FB-E276-B7C0-1D25-C2FED64339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308796"/>
            <a:ext cx="6246646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function is a reusable block of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avoid repetition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Makes code modular and readable</a:t>
            </a:r>
          </a:p>
        </p:txBody>
      </p:sp>
    </p:spTree>
    <p:extLst>
      <p:ext uri="{BB962C8B-B14F-4D97-AF65-F5344CB8AC3E}">
        <p14:creationId xmlns:p14="http://schemas.microsoft.com/office/powerpoint/2010/main" val="4158467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B46AE-814A-F5AB-16E5-2EB171620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Use Functions?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4922389-4CAA-4253-CB49-F9B79B6513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970242"/>
            <a:ext cx="3995004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 reusability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organization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debugging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readability</a:t>
            </a:r>
          </a:p>
        </p:txBody>
      </p:sp>
    </p:spTree>
    <p:extLst>
      <p:ext uri="{BB962C8B-B14F-4D97-AF65-F5344CB8AC3E}">
        <p14:creationId xmlns:p14="http://schemas.microsoft.com/office/powerpoint/2010/main" val="3610686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BEA74-14F0-05EF-A808-AAB100CB1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Multiple Arguments in Function &amp; </a:t>
            </a:r>
            <a:r>
              <a:rPr lang="en-GB" dirty="0"/>
              <a:t>Returning Multiple Values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2AC1A-A627-0C96-7223-BE3AB7049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Functions can take multiple inputs</a:t>
            </a:r>
          </a:p>
          <a:p>
            <a:r>
              <a:rPr lang="en-GB" b="1" dirty="0"/>
              <a:t>Example:</a:t>
            </a:r>
            <a:endParaRPr lang="en-GB" dirty="0"/>
          </a:p>
          <a:p>
            <a:r>
              <a:rPr lang="en-GB" dirty="0"/>
              <a:t>A function can accept name, age, city</a:t>
            </a:r>
          </a:p>
          <a:p>
            <a:r>
              <a:rPr lang="en-GB" dirty="0"/>
              <a:t>Values are passed in order (positional arguments)</a:t>
            </a:r>
          </a:p>
          <a:p>
            <a:r>
              <a:rPr lang="en-GB" dirty="0"/>
              <a:t>----------------------------------------------------------</a:t>
            </a:r>
          </a:p>
          <a:p>
            <a:r>
              <a:rPr lang="en-GB" dirty="0"/>
              <a:t>Python allows returning multiple values</a:t>
            </a:r>
          </a:p>
          <a:p>
            <a:r>
              <a:rPr lang="en-GB" dirty="0"/>
              <a:t>Internally it returns a tuple</a:t>
            </a:r>
          </a:p>
          <a:p>
            <a:r>
              <a:rPr lang="en-GB" b="1" dirty="0"/>
              <a:t>Example:</a:t>
            </a:r>
            <a:endParaRPr lang="en-GB" dirty="0"/>
          </a:p>
          <a:p>
            <a:r>
              <a:rPr lang="en-GB" dirty="0"/>
              <a:t>A function can return sum and difference together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1778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C023D-4B49-02B0-2964-0D2DC7EB0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Special Arguments (</a:t>
            </a:r>
            <a:r>
              <a:rPr lang="en-GB" i="1" dirty="0" err="1"/>
              <a:t>args</a:t>
            </a:r>
            <a:r>
              <a:rPr lang="en-GB" i="1" dirty="0"/>
              <a:t> &amp; </a:t>
            </a:r>
            <a:r>
              <a:rPr lang="en-GB" i="1" dirty="0" err="1"/>
              <a:t>kwargs</a:t>
            </a:r>
            <a:r>
              <a:rPr lang="en-GB" i="1" dirty="0"/>
              <a:t>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0C7CE-B569-85B2-5EF8-CD02301AA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Used to pass multiple arguments dynamically</a:t>
            </a:r>
          </a:p>
          <a:p>
            <a:r>
              <a:rPr lang="en-GB" dirty="0"/>
              <a:t>Stored as a tuple</a:t>
            </a:r>
          </a:p>
          <a:p>
            <a:r>
              <a:rPr lang="en-GB" b="1" dirty="0"/>
              <a:t>Use case:</a:t>
            </a:r>
            <a:endParaRPr lang="en-GB" dirty="0"/>
          </a:p>
          <a:p>
            <a:r>
              <a:rPr lang="en-GB" dirty="0"/>
              <a:t>When number of inputs is unknown</a:t>
            </a:r>
          </a:p>
          <a:p>
            <a:r>
              <a:rPr lang="en-GB" dirty="0"/>
              <a:t>--------------------------------------------------------------------------------</a:t>
            </a:r>
          </a:p>
          <a:p>
            <a:r>
              <a:rPr lang="en-GB" dirty="0"/>
              <a:t>Used to pass key-value arguments</a:t>
            </a:r>
          </a:p>
          <a:p>
            <a:r>
              <a:rPr lang="en-GB" dirty="0"/>
              <a:t>Stored as dictionary</a:t>
            </a:r>
          </a:p>
          <a:p>
            <a:r>
              <a:rPr lang="en-GB" b="1" dirty="0"/>
              <a:t>Use case:</a:t>
            </a:r>
            <a:endParaRPr lang="en-GB" dirty="0"/>
          </a:p>
          <a:p>
            <a:r>
              <a:rPr lang="en-GB" dirty="0"/>
              <a:t>When data is in key-value format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9365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93045-D809-6A1C-E9E9-A607B5976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Difference (*</a:t>
            </a:r>
            <a:r>
              <a:rPr lang="en-GB" dirty="0" err="1"/>
              <a:t>args</a:t>
            </a:r>
            <a:r>
              <a:rPr lang="en-GB" dirty="0"/>
              <a:t> vs </a:t>
            </a:r>
            <a:r>
              <a:rPr lang="en-GB" b="1" dirty="0" err="1"/>
              <a:t>kwargs</a:t>
            </a:r>
            <a:r>
              <a:rPr lang="en-GB" b="1" dirty="0"/>
              <a:t>)</a:t>
            </a: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E6D066C-9784-F27D-7993-05D56B1187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524240"/>
            <a:ext cx="614193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*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args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multiple values (tuple)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**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kwargs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key-value pairs (dictionary)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67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FB7FA-CABB-1B71-A26C-E0A5D31D1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Lambda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B170B-15CD-CD4E-1F90-C5496D5B4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Anonymous (no name) functions</a:t>
            </a:r>
          </a:p>
          <a:p>
            <a:r>
              <a:rPr lang="en-GB" dirty="0"/>
              <a:t>Written in one line</a:t>
            </a:r>
          </a:p>
          <a:p>
            <a:r>
              <a:rPr lang="en-GB" b="1" dirty="0"/>
              <a:t>Syntax:</a:t>
            </a:r>
            <a:endParaRPr lang="en-GB" dirty="0"/>
          </a:p>
          <a:p>
            <a:r>
              <a:rPr lang="en-GB" dirty="0"/>
              <a:t>lambda arguments: expression</a:t>
            </a:r>
          </a:p>
          <a:p>
            <a:r>
              <a:rPr lang="en-GB" b="1" dirty="0"/>
              <a:t>Why Lambda?</a:t>
            </a:r>
          </a:p>
          <a:p>
            <a:r>
              <a:rPr lang="en-GB" dirty="0"/>
              <a:t>Short &amp; concise</a:t>
            </a:r>
          </a:p>
          <a:p>
            <a:r>
              <a:rPr lang="en-GB" dirty="0"/>
              <a:t>Used for small operations</a:t>
            </a:r>
          </a:p>
          <a:p>
            <a:r>
              <a:rPr lang="en-GB" dirty="0"/>
              <a:t>Often used with:</a:t>
            </a:r>
          </a:p>
          <a:p>
            <a:pPr lvl="1"/>
            <a:r>
              <a:rPr lang="en-GB" dirty="0"/>
              <a:t>map()</a:t>
            </a:r>
          </a:p>
          <a:p>
            <a:pPr lvl="1"/>
            <a:r>
              <a:rPr lang="en-GB" dirty="0"/>
              <a:t>filter()</a:t>
            </a:r>
          </a:p>
          <a:p>
            <a:pPr lvl="1"/>
            <a:r>
              <a:rPr lang="en-GB" dirty="0"/>
              <a:t>sorted()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6608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3D076-89BE-AB2F-6AB9-A087D0268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Decorators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B5941C-957B-B0CC-25EC-C29040F572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56009"/>
            <a:ext cx="7340536" cy="489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Decorators modify behavior of functions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wrap another function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logging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</a:t>
            </a:r>
          </a:p>
          <a:p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tracking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GB" dirty="0"/>
              <a:t>Function inside a function</a:t>
            </a:r>
          </a:p>
          <a:p>
            <a:r>
              <a:rPr lang="en-GB" dirty="0"/>
              <a:t>Return a new function</a:t>
            </a:r>
          </a:p>
          <a:p>
            <a:r>
              <a:rPr lang="en-GB" dirty="0"/>
              <a:t>👉 “Functions are first-class citizens in Python”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41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CE8EB-0015-1957-FDA2-12A3654E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Decorator Code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CFD4D2-A3A8-1B09-8A0D-3B13C22DD0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6032" y="2159600"/>
            <a:ext cx="5153744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54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</Words>
  <Application>Microsoft Office PowerPoint</Application>
  <PresentationFormat>Widescreen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Unicode MS</vt:lpstr>
      <vt:lpstr>Calibri</vt:lpstr>
      <vt:lpstr>Calibri Light</vt:lpstr>
      <vt:lpstr>Office Theme</vt:lpstr>
      <vt:lpstr>Python Functions &amp; Advanced Concepts</vt:lpstr>
      <vt:lpstr>What is a Function?</vt:lpstr>
      <vt:lpstr>Why Use Functions?</vt:lpstr>
      <vt:lpstr>Multiple Arguments in Function &amp; Returning Multiple Values </vt:lpstr>
      <vt:lpstr>Special Arguments (args &amp; kwargs)</vt:lpstr>
      <vt:lpstr>Difference (*args vs kwargs)</vt:lpstr>
      <vt:lpstr>Lambda Function</vt:lpstr>
      <vt:lpstr>Introduction to Decorators</vt:lpstr>
      <vt:lpstr>Decorator Code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tripathi</dc:creator>
  <cp:lastModifiedBy>harsh tripathi</cp:lastModifiedBy>
  <cp:revision>1</cp:revision>
  <dcterms:created xsi:type="dcterms:W3CDTF">2026-03-17T18:02:31Z</dcterms:created>
  <dcterms:modified xsi:type="dcterms:W3CDTF">2026-03-17T18:02:33Z</dcterms:modified>
</cp:coreProperties>
</file>